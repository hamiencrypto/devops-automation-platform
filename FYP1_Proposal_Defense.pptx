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7315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Calibri"/>
              </a:rPr>
              <a:t>FYP-1  ·  PROPOSAL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AI-Powered DevOps Automation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5EEAD4"/>
                </a:solidFill>
                <a:latin typeface="Calibri"/>
              </a:rPr>
              <a:t>with Model Context Protocol (MCP)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Hamza Meo Rajput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0468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BS Information Technology  ·  Final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46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  <a:latin typeface="Calibri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1206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University of Sindh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50468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Department of Information Technology  ·  Jamshoro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6080760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Proposal Defense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What this proposal will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17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30551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Why DevOps needs a safer, natural-language interface</a:t>
            </a:r>
          </a:p>
        </p:txBody>
      </p:sp>
      <p:sp>
        <p:nvSpPr>
          <p:cNvPr id="12" name="Oval 11"/>
          <p:cNvSpPr/>
          <p:nvPr/>
        </p:nvSpPr>
        <p:spPr>
          <a:xfrm>
            <a:off x="6126479" y="2130551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103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331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specific pain the project solves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606039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786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072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Concrete, measurable project goals</a:t>
            </a:r>
          </a:p>
        </p:txBody>
      </p:sp>
      <p:sp>
        <p:nvSpPr>
          <p:cNvPr id="18" name="Oval 17"/>
          <p:cNvSpPr/>
          <p:nvPr/>
        </p:nvSpPr>
        <p:spPr>
          <a:xfrm>
            <a:off x="6126479" y="2606039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5786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Literature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8072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Related work: MCP, NL→CLI, agentic ops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081527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540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Proposed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826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Architecture and execution pipeline</a:t>
            </a:r>
          </a:p>
        </p:txBody>
      </p:sp>
      <p:sp>
        <p:nvSpPr>
          <p:cNvPr id="24" name="Oval 23"/>
          <p:cNvSpPr/>
          <p:nvPr/>
        </p:nvSpPr>
        <p:spPr>
          <a:xfrm>
            <a:off x="6126479" y="3081527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0540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Technology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2826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Languages, frameworks, and infrastructure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3557015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5295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Safety &amp; Audit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5818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Guardrails, RBAC, append-only audit log</a:t>
            </a:r>
          </a:p>
        </p:txBody>
      </p:sp>
      <p:sp>
        <p:nvSpPr>
          <p:cNvPr id="30" name="Oval 29"/>
          <p:cNvSpPr/>
          <p:nvPr/>
        </p:nvSpPr>
        <p:spPr>
          <a:xfrm>
            <a:off x="6126479" y="3557015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35295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375818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Milestones from FYP-1 through FYP-2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403250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0050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Expected Outcomes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2336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Deliverables at project completion</a:t>
            </a:r>
          </a:p>
        </p:txBody>
      </p:sp>
      <p:sp>
        <p:nvSpPr>
          <p:cNvPr id="36" name="Oval 35"/>
          <p:cNvSpPr/>
          <p:nvPr/>
        </p:nvSpPr>
        <p:spPr>
          <a:xfrm>
            <a:off x="6126479" y="403250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40050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Evaluation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42336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How success will be measured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4507992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4805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Risks &amp; Mitigations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7091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What can go wrong and our response</a:t>
            </a:r>
          </a:p>
        </p:txBody>
      </p:sp>
      <p:sp>
        <p:nvSpPr>
          <p:cNvPr id="42" name="Oval 41"/>
          <p:cNvSpPr/>
          <p:nvPr/>
        </p:nvSpPr>
        <p:spPr>
          <a:xfrm>
            <a:off x="6126479" y="4507992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79" y="44805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Conclusion &amp; Q&amp;A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79" y="47091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Wrap-up and panel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Three real problems that keep platform teams awake at 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6576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50292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CLI sprawl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DevOps engineers juggle 12+ CLIs (docker, kubectl, helm, terraform, aws, gcloud, git). Onboarding a new engineer takes weeks, not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48840"/>
            <a:ext cx="36576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2423160"/>
            <a:ext cx="50292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91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Human error is costly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49039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One mistyped flag (docker rm -f, rm -rf /data) can wipe production. Industry post-mortems cite operator typos as a top-3 outage cause.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48840"/>
            <a:ext cx="36576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423160"/>
            <a:ext cx="50292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91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AI assistants are unsafe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49039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Copy-pasting ChatGPT shell commands works — until it doesn't. There is no audit trail, no role check, no guardrail, no rollback.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0D9488"/>
                </a:solidFill>
                <a:latin typeface="Calibri"/>
              </a:rPr>
              <a:t>The gap: a deterministic, audited, role-aware automation layer that sits between the operator's intent and the host.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The specific gap this project addresses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EEAD4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F8FAFC"/>
                </a:solidFill>
                <a:latin typeface="Calibri"/>
              </a:rPr>
              <a:t>Existing natural-language-to-shell tools (ChatGPT plug-ins, shell-GPT, open-source LLM agents) either: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8FAFC"/>
                </a:solidFill>
                <a:latin typeface="Calibri"/>
              </a:rPr>
              <a:t>•  Send operator intent to third-party cloud APIs (privacy + cost + latency)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8FAFC"/>
                </a:solidFill>
                <a:latin typeface="Calibri"/>
              </a:rPr>
              <a:t>•  Have no role-based access control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8FAFC"/>
                </a:solidFill>
                <a:latin typeface="Calibri"/>
              </a:rPr>
              <a:t>•  Have no audit trail of what was executed, by whom, with what outcome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8FAFC"/>
                </a:solidFill>
                <a:latin typeface="Calibri"/>
              </a:rPr>
              <a:t>•  Have no safety rail on destructive actions (they just run them)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8FAFC"/>
                </a:solidFill>
                <a:latin typeface="Calibri"/>
              </a:rPr>
              <a:t>•  Have no deterministic, testable intent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0312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  <a:latin typeface="Calibri"/>
              </a:rPr>
              <a:t>Our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alibri"/>
              </a:rPr>
              <a:t>A self-hosted, open-source platform that: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alibri"/>
              </a:rPr>
              <a:t>•  Runs 100% on the host — no external LLM calls, no data leakage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alibri"/>
              </a:rPr>
              <a:t>•  Uses deterministic regex + alias intent resolution (fully testable)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alibri"/>
              </a:rPr>
              <a:t>•  Enforces RBAC (admin / developer / viewer) on every endpoint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alibri"/>
              </a:rPr>
              <a:t>•  Writes every action to an append-only audit_events table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alibri"/>
              </a:rPr>
              <a:t>•  Requires explicit confirm_destructive=true for risky operations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alibri"/>
              </a:rPr>
              <a:t>•  Exposes tools via an MCP-style, JSON-Schema-validated 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Five concrete, measurable goals for this FYP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17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1945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4883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Design an MCP-style Tool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50591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Each tool has a name, intents[], JSON-Schema args, destructive flag, execute().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9718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Build a deterministic Intent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278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Regex + alias map that maps ≥ 40 prose variants to structured intents, 100% recall on the seed set.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749039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Ship a production-grade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050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FastAPI + Postgres + JWT + RBAC + WebSocket log streaming, all containerised.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526279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8055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Build an operator-friendly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823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Next.js 14 App Router dashboard with dark mode, confirmations, live logs, task history.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303519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5779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Enforce a defensible safety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59551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Three-layer guardrail (schema + confirmation + RBAC) plus append-only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Where this work sits in existing research and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103120"/>
            <a:ext cx="3200400" cy="36576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176272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Reference /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5303520" cy="36576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76272"/>
            <a:ext cx="508406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Relevance to this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79"/>
            <a:ext cx="27432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Model Context Protocol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468879"/>
            <a:ext cx="32004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52374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Anthropic MCP spec (2024)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68879"/>
            <a:ext cx="530352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523744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Basis for the tool-registry + JSON-Schema arg contract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34639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889503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NL→Shell interfaces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834639"/>
            <a:ext cx="3200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2889503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shell-GPT, GitHub Copilot CLI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834639"/>
            <a:ext cx="5303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889503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Demonstrates demand; exposes gaps in safety &amp; audit we address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00399"/>
            <a:ext cx="27432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255263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Agentic automation safety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200399"/>
            <a:ext cx="32004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3255263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OpenAI Operator, Anthropic Claude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00399"/>
            <a:ext cx="530352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255263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Confirmation modals + guardrails adopted from agent-safety best practice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566159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621023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Audit logging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566159"/>
            <a:ext cx="3200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0128" y="3621023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NIST SP 800-92 (log management)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566159"/>
            <a:ext cx="5303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3621023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Drives the append-only audit_events table schema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986783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RBAC literature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931920"/>
            <a:ext cx="32004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0128" y="3986783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Ferraiolo &amp; Kuhn (NIST RBAC model)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3986783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Three-tier role matrix enforced in FastAPI dependencies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352544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IaC &amp; automation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297680"/>
            <a:ext cx="3200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0128" y="435254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Terraform, Ansible, Kubernetes Operator pattern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4352544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Tool-registry abstraction mirrors Operator "reconciliation" semantics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Eight-node request pipeline — deterministic, auditable, testable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7743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User types a command in the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1031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37743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9718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FastAPI verifies JWT + resolves 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1031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37743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Intent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718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Regex + alias → (intent, args)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1031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9828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37743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Tool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9718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MCP registry finds matching tool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77639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5195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Safety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Destructive? → requires confirmation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977639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20440" y="42062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25195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8463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Docker SDK / filesystem / probe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977639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25195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8463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Write one row to audit_events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3977639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98280" y="42062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25195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8463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Structured JSON back to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Three-tier containerised stack with MCP tool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09728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1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Next.js 14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App Router · React 18 · Tailwind 3 · TypeScript 5 · WebSocket streaming · Dark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39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20439"/>
            <a:ext cx="109728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APPLICATION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FastAPI Backend  +  MCP Tool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33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Pydantic v2 · JWT · RBAC · Intent Engine · Safety Guardrail · Audit Trail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37759"/>
            <a:ext cx="5532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37759"/>
            <a:ext cx="109728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8523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PostgreSQL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50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users · tasks · audit_events · tool_catalog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937759"/>
            <a:ext cx="5532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937759"/>
            <a:ext cx="109728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047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HOST I/O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8523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Docker Engine (via docker.sock)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650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deploy · stop · remove · inspect · logs (WebSocket)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Every choice is open-source, production-ready, and containerised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74320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103120"/>
            <a:ext cx="347472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176272"/>
            <a:ext cx="325526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Choice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103120"/>
            <a:ext cx="5029200" cy="347472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176272"/>
            <a:ext cx="4809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50591"/>
            <a:ext cx="2743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05456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Backend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450591"/>
            <a:ext cx="347472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505456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FastAPI + Uvicorn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450591"/>
            <a:ext cx="5029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505456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Async I/O for WebSockets; Pydantic v2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98063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852927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Backend language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798063"/>
            <a:ext cx="3474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2852927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Python 3.11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798063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2852927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Mature Docker SDK; scientific-computing tooling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45535"/>
            <a:ext cx="2743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200399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145535"/>
            <a:ext cx="347472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3200399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PostgreSQL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145535"/>
            <a:ext cx="5029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3200399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JSONB for audit args; transactional DDL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93007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547871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493007"/>
            <a:ext cx="3474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0128" y="3547871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SQLAlchemy 2 + Alembic-style schema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493007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3547871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Type-safe; battle-tested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840479"/>
            <a:ext cx="2743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895343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840479"/>
            <a:ext cx="347472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0128" y="3895343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OAuth2 Password + JWT (HS256)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840479"/>
            <a:ext cx="5029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3895343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Standards-based; bcrypt hashing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87951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242815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Frontend framework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187951"/>
            <a:ext cx="3474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0128" y="4242815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Next.js 14 (App Router)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187951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4242815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Server components; first-class Suspense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535423"/>
            <a:ext cx="2743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590287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UI language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4535423"/>
            <a:ext cx="347472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10128" y="4590287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TypeScript 5 + React 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4535423"/>
            <a:ext cx="5029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84848" y="4590287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Compile-time safety; industry standard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882895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4937759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Styling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4882895"/>
            <a:ext cx="3474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10128" y="4937759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Tailwind CSS 3 (class-based dark mode)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20" y="4882895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84848" y="4937759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Consistent tokens; zero-runtime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230367"/>
            <a:ext cx="2743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5285231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Container orchestration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230367"/>
            <a:ext cx="347472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10128" y="5285231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Docker Compose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5230367"/>
            <a:ext cx="5029200" cy="347472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84848" y="5285231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One-command stack; reproducible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577839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5632703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Intent resolution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0" y="5577839"/>
            <a:ext cx="3474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10128" y="5632703"/>
            <a:ext cx="32552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Pure Python — regex + alias map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5120" y="5577839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84848" y="5632703"/>
            <a:ext cx="4809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Deterministic; no LLM cost or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What the demo will show the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Natural-language command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"deploy nginx on port 8080" resolves, validates,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210312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79" y="242316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399" y="22677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Typo-tolerant image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399" y="25603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"rabbbit mq", "mongo db", "postgress" all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90672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10712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55264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Container registry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4787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Live list of host containers with search, filter, and one-click stop/remove.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3090672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79" y="3410712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399" y="3255264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Live log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399" y="3547872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WebSocket follow-tail of any container with ring buffer + download.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78224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398264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24281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Paginated task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35424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Every action, every user, every outcome — searchable and filterable.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4078224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79" y="4398264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399" y="424281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Destructive-action confirmation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399" y="4535424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Modal shows full target ID; viewers never see the button.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065776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538581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2303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RBAC role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522976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Admin / developer / viewer enforced on both API and UI.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5065776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55079" y="538581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399" y="52303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Dark mode + responsive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399" y="5522976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Operator-comfort across late-night pager shifts.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Safety &amp; Audit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Three defensive layers — plus an append-only record of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Layer A — Schema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39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Every tool advertises a JSON Schema. Pydantic rejects malformed inputs with 422 before any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0312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712" y="23317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17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Layer B — Destructive Confirmation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520439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Tools flagged destructive=true fail closed unless confirm_destructive=true. UI surfaces a modal with the resolved target.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210312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4" y="23317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017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Layer C — Role-Based Authorization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520439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Admin / developer / viewer enforced via FastAPI Depends; viewers never even see destructive buttons on the UI.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749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Append-only audit_events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Calibri"/>
              </a:rPr>
              <a:t>Every mutation — login, register, execute, stop, remove — writes exactly one row with user, intent, args (JSONB), success, latency_ms. No UPDATE or DELETE is bound on the ORM 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FYP-1 delivery complete; FYP-2 scope below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Phase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286000"/>
            <a:ext cx="9601200" cy="164592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286000"/>
            <a:ext cx="1728216" cy="16459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49631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Research &amp; design  ·  Sep 2025 → Oct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5234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2816352"/>
            <a:ext cx="9601200" cy="164592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74136" y="2816352"/>
            <a:ext cx="1344168" cy="16459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02666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Backend foundation + auth  ·  Oct 2025 → Dec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Phase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346704"/>
            <a:ext cx="9601200" cy="164592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18304" y="3346704"/>
            <a:ext cx="1728216" cy="16459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557016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Intent engine + MCP tools  ·  Dec 2025 → Feb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130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Phase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3877056"/>
            <a:ext cx="9601200" cy="164592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877056"/>
            <a:ext cx="2112263" cy="16459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08736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Frontend + demo build  ·  Feb 2026 → Apr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Phase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407408"/>
            <a:ext cx="9601200" cy="164592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58784" y="4407408"/>
            <a:ext cx="480060" cy="16459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46177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FYP-1 defense (NOW)  ·  Apr 2026 → Apr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Phase 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937760"/>
            <a:ext cx="9601200" cy="164592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38844" y="4937760"/>
            <a:ext cx="1248156" cy="164592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514807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Kubernetes + Slack integration  ·  May 2026 → Jul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0410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Phase 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5468112"/>
            <a:ext cx="9601200" cy="164592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87000" y="5468112"/>
            <a:ext cx="960119" cy="164592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56784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Final defense &amp; thesis  ·  Jul 2026 → Aug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26480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61081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Complete (FYP-1)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6126480"/>
            <a:ext cx="1645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61081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Planned (FYP-2)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What will be delivered at the end of FYP-2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34381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Deliverable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103120"/>
            <a:ext cx="7589520" cy="36576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176272"/>
            <a:ext cx="737006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79"/>
            <a:ext cx="36576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Source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468879"/>
            <a:ext cx="758952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2523744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Full-stack open-source codebase (~6.5K LoC) with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34639"/>
            <a:ext cx="3657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889503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Docker bundle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834639"/>
            <a:ext cx="7589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2889503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One-command deployable via docker-compose 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399"/>
            <a:ext cx="36576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55263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Documentation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200399"/>
            <a:ext cx="758952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4528" y="3255263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API reference · architecture · quickstart ·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59"/>
            <a:ext cx="3657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621023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Demo recording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566159"/>
            <a:ext cx="7589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3621023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Screen capture walking through all primary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986783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FYP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931920"/>
            <a:ext cx="758952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3986783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Printed thesis with full architecture +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352544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Presentation deck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297680"/>
            <a:ext cx="7589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4528" y="4352544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Final defense deck (FYP-2)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718304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Evaluation notebook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663440"/>
            <a:ext cx="7589520" cy="36576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24528" y="4718304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Metrics: intent recall, command success rate, latency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084064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Future-work plan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5029200"/>
            <a:ext cx="7589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4528" y="5084064"/>
            <a:ext cx="7370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Kubernetes, Slack/Teams, Prometheus integrations scoped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Evaluation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How we will prove the platform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67588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3218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Intent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2186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Seed corpus of 40+ prose variants; target ≥ 95% correct intent resolution. Measured via pytest.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7" y="2103120"/>
            <a:ext cx="367588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7" y="2103120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7" y="2286000"/>
            <a:ext cx="3218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Command success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7" y="2743200"/>
            <a:ext cx="32186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Golden scenarios (deploy, stop, remove, list) executed headless; target 100% on happy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2103120"/>
            <a:ext cx="367588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2103120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286000"/>
            <a:ext cx="3218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Safety 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743200"/>
            <a:ext cx="32186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Attempt destructive actions without confirm → expect 403/409 every time. Red-team with 10 adversarial inputs.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95927"/>
            <a:ext cx="367588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95927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78807"/>
            <a:ext cx="3218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End-to-end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36007"/>
            <a:ext cx="32186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Median &lt; 500 ms for non-Docker commands; &lt; 1.5 s for docker run. Benchmarked with k6.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7" y="3995927"/>
            <a:ext cx="367588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7" y="3995927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7" y="4178807"/>
            <a:ext cx="3218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Audit completeness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7" y="4636007"/>
            <a:ext cx="32186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Every logged action produces exactly one audit row — verified by a post-run counter.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5" y="3995927"/>
            <a:ext cx="367588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7575" y="3995927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4178807"/>
            <a:ext cx="3218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Usability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4636007"/>
            <a:ext cx="32186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5 peer students complete 4 tasks; target ≥ 4/5 on post-task satisfaction (7-point Likert).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FYP-1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Calibri"/>
              </a:rPr>
              <a:t>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What could go wrong — and our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Hamza Meo Rajput  ·  University of Sindh, Department of IT  ·  FYP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840480" cy="50292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362102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1188720" cy="50292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176272"/>
            <a:ext cx="9692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103120"/>
            <a:ext cx="1188720" cy="50292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176272"/>
            <a:ext cx="9692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103120"/>
            <a:ext cx="5029200" cy="50292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217627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06039"/>
            <a:ext cx="384048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660903"/>
            <a:ext cx="36210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Docker socket is effectively root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06039"/>
            <a:ext cx="118872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266090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606039"/>
            <a:ext cx="118872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266090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606039"/>
            <a:ext cx="502920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2660903"/>
            <a:ext cx="48097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No shell tool exists; every call is a typed SDK method with validated args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08959"/>
            <a:ext cx="3840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163823"/>
            <a:ext cx="36210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Regex intent engine misses uncommon phrasings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108959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16382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108959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316382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108959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3163823"/>
            <a:ext cx="48097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Seed corpus + error telemetry; fall back to "command not understood"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11879"/>
            <a:ext cx="384048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666743"/>
            <a:ext cx="36210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JWT secret leak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611879"/>
            <a:ext cx="118872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366674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611879"/>
            <a:ext cx="118872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96128" y="366674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611879"/>
            <a:ext cx="502920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4848" y="3666743"/>
            <a:ext cx="48097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Secret lives in .env, never in git; rotation script provided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14799"/>
            <a:ext cx="3840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69663"/>
            <a:ext cx="36210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Destructive action without confirmation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4114799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416966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114799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416966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4114799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4848" y="4169663"/>
            <a:ext cx="48097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Layer B (confirm_destructive) + Layer C (RBAC) + UI button hiding for viewers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617719"/>
            <a:ext cx="384048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672583"/>
            <a:ext cx="36210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Database growth (audit_events)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617719"/>
            <a:ext cx="118872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07408" y="467258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4617719"/>
            <a:ext cx="118872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96128" y="467258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4617719"/>
            <a:ext cx="5029200" cy="502920"/>
          </a:xfrm>
          <a:prstGeom prst="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84848" y="4672583"/>
            <a:ext cx="48097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Append-only is intentional; retention policy deferred to FYP-2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120639"/>
            <a:ext cx="3840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175503"/>
            <a:ext cx="362102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Scope creep (Kubernetes in FYP-1)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5120639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7408" y="517550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Medium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5120639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96128" y="5175503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Medium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5120639"/>
            <a:ext cx="5029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4848" y="5175503"/>
            <a:ext cx="48097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Kubernetes explicitly descoped from FYP-1; planned for Phase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918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EEAD4"/>
                </a:solidFill>
                <a:latin typeface="Calibri"/>
              </a:rPr>
              <a:t>FYP-1 PROPOSAL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EEAD4"/>
                </a:solidFill>
                <a:latin typeface="Calibri"/>
              </a:rPr>
              <a:t>What we've shown, what comes next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852928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DevOps teams need a deterministic, audited, role-aware natural-language interface — not another LLM chat wrapper.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511296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015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This project delivers one: MCP-style tool registry, regex intent engine, three-layer safety, append-only audit trail.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169663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59935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FYP-1 delivers a fully working end-to-end system: backend, frontend, database, demo-ready.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828031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18303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FYP-2 will add Kubernetes integration, notification channels, observability dashboards, and user studies.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486399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76671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The codebase is open-source, containerised, and ready for independent replication by the panel today.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1">
                <a:solidFill>
                  <a:srgbClr val="5EEAD4"/>
                </a:solidFill>
                <a:latin typeface="Calibri"/>
              </a:rPr>
              <a:t>Questions for the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4114800"/>
            <a:ext cx="1417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Hamza Meo Rajput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BS Information Technology  ·  Final Year  ·  hamzameorajput@gmail.com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University of Sindh, Department of Information Technology, Jamshoro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EEAD4"/>
                </a:solidFill>
                <a:latin typeface="Calibri"/>
              </a:rPr>
              <a:t>FYP 2025–2026  ·  Proposal Defense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